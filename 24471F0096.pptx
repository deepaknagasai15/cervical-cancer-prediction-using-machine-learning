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A91B1-9A0B-4F6E-ABF0-BC53FAF8E196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955B9-2D44-42DF-A085-F8DD334A8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88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955B9-2D44-42DF-A085-F8DD334A84C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128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2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51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0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9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2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5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0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8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5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02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79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25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41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76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0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3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2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3891" y="805181"/>
            <a:ext cx="5917679" cy="2550877"/>
          </a:xfrm>
        </p:spPr>
        <p:txBody>
          <a:bodyPr/>
          <a:lstStyle/>
          <a:p>
            <a:r>
              <a:rPr b="1" dirty="0"/>
              <a:t>Cervical Cancer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36781" y="4450701"/>
            <a:ext cx="6614437" cy="1602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s. Deepak naga sai</a:t>
            </a:r>
            <a:endParaRPr dirty="0">
              <a:solidFill>
                <a:srgbClr val="FFC000"/>
              </a:solidFill>
            </a:endParaRPr>
          </a:p>
          <a:p>
            <a:r>
              <a:rPr dirty="0">
                <a:solidFill>
                  <a:srgbClr val="FFC000"/>
                </a:solidFill>
              </a:rPr>
              <a:t>MCA</a:t>
            </a:r>
            <a:r>
              <a:rPr lang="en-US" dirty="0">
                <a:solidFill>
                  <a:srgbClr val="FFC000"/>
                </a:solidFill>
              </a:rPr>
              <a:t> 2</a:t>
            </a:r>
            <a:r>
              <a:rPr lang="en-US" baseline="30000" dirty="0">
                <a:solidFill>
                  <a:srgbClr val="FFC000"/>
                </a:solidFill>
              </a:rPr>
              <a:t>nd</a:t>
            </a:r>
            <a:r>
              <a:rPr lang="en-US" dirty="0">
                <a:solidFill>
                  <a:srgbClr val="FFC000"/>
                </a:solidFill>
              </a:rPr>
              <a:t> year</a:t>
            </a:r>
            <a:endParaRPr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24471f0096</a:t>
            </a:r>
            <a:endParaRPr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E516-1B59-D15A-DB76-D3919704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458" y="889781"/>
            <a:ext cx="6345260" cy="709865"/>
          </a:xfrm>
        </p:spPr>
        <p:txBody>
          <a:bodyPr/>
          <a:lstStyle/>
          <a:p>
            <a:r>
              <a:rPr lang="en-US" b="1" dirty="0"/>
              <a:t>OUTLINE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3416-3D9F-3A18-D0DE-1797BD4EE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512" y="2406186"/>
            <a:ext cx="6345260" cy="3530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1. </a:t>
            </a:r>
            <a:r>
              <a:rPr lang="en-US" sz="2500" dirty="0"/>
              <a:t>Abstract 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2.</a:t>
            </a:r>
            <a:r>
              <a:rPr lang="en-US" sz="2500" dirty="0"/>
              <a:t> Introduction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3. </a:t>
            </a:r>
            <a:r>
              <a:rPr lang="en-US" sz="2500" dirty="0"/>
              <a:t>Problem Statement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4. </a:t>
            </a:r>
            <a:r>
              <a:rPr lang="en-US" sz="2500" dirty="0"/>
              <a:t>Dataset Description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5. </a:t>
            </a:r>
            <a:r>
              <a:rPr lang="en-US" sz="2500" dirty="0"/>
              <a:t>Data Preprocessing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6.</a:t>
            </a:r>
            <a:r>
              <a:rPr lang="en-US" sz="2500" dirty="0"/>
              <a:t> Methodology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7. </a:t>
            </a:r>
            <a:r>
              <a:rPr lang="en-US" sz="2500" dirty="0"/>
              <a:t>Machine Learning Models</a:t>
            </a:r>
          </a:p>
          <a:p>
            <a:pPr marL="0" indent="0">
              <a:buNone/>
            </a:pPr>
            <a:endParaRPr lang="en-US" sz="2500" dirty="0"/>
          </a:p>
          <a:p>
            <a:pPr>
              <a:buAutoNum type="arabicPeriod"/>
            </a:pPr>
            <a:endParaRPr lang="en-US" sz="2500" dirty="0"/>
          </a:p>
          <a:p>
            <a:pPr>
              <a:buAutoNum type="arabicPeriod"/>
            </a:pPr>
            <a:endParaRPr lang="en-US" sz="2500" dirty="0"/>
          </a:p>
          <a:p>
            <a:pPr>
              <a:buAutoNum type="arabicPeriod"/>
            </a:pPr>
            <a:endParaRPr lang="en-US" sz="2500" dirty="0"/>
          </a:p>
          <a:p>
            <a:pPr>
              <a:buAutoNum type="arabicPeriod"/>
            </a:pPr>
            <a:endParaRPr lang="en-IN" sz="2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96D49-6371-812F-1F8E-EA7727F8B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3340" y="2595255"/>
            <a:ext cx="4015820" cy="353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8. </a:t>
            </a:r>
            <a:r>
              <a:rPr lang="en-US" sz="2500" dirty="0"/>
              <a:t>Implementation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9.</a:t>
            </a:r>
            <a:r>
              <a:rPr lang="en-US" sz="2500" dirty="0"/>
              <a:t> Result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10. </a:t>
            </a:r>
            <a:r>
              <a:rPr lang="en-US" sz="2500" dirty="0"/>
              <a:t>Performance Metrics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11. </a:t>
            </a:r>
            <a:r>
              <a:rPr lang="en-US" sz="2500" dirty="0"/>
              <a:t>Conclusion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12. </a:t>
            </a:r>
            <a:r>
              <a:rPr lang="en-US" sz="2500" dirty="0"/>
              <a:t>Future Scope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2"/>
                </a:solidFill>
              </a:rPr>
              <a:t>13. </a:t>
            </a:r>
            <a:r>
              <a:rPr lang="en-US" sz="25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845095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6903305" cy="3530600"/>
          </a:xfrm>
        </p:spPr>
        <p:txBody>
          <a:bodyPr>
            <a:normAutofit fontScale="92500" lnSpcReduction="10000"/>
          </a:bodyPr>
          <a:lstStyle/>
          <a:p>
            <a:r>
              <a:rPr sz="2400"/>
              <a:t>Cervical cancer is one of the leading causes of death among women.</a:t>
            </a:r>
          </a:p>
          <a:p>
            <a:r>
              <a:rPr sz="2400"/>
              <a:t>Early detection can significantly reduce mortality.</a:t>
            </a:r>
          </a:p>
          <a:p>
            <a:r>
              <a:rPr sz="2400"/>
              <a:t>This project uses machine learning to predict cervical cancer.</a:t>
            </a:r>
          </a:p>
          <a:p>
            <a:r>
              <a:rPr sz="2400"/>
              <a:t>UCI Cervical Cancer Risk Factors dataset is used.</a:t>
            </a:r>
          </a:p>
          <a:p>
            <a:r>
              <a:rPr sz="2400"/>
              <a:t>Models help in early and accurate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997574" cy="3530600"/>
          </a:xfrm>
        </p:spPr>
        <p:txBody>
          <a:bodyPr>
            <a:normAutofit/>
          </a:bodyPr>
          <a:lstStyle/>
          <a:p>
            <a:r>
              <a:rPr sz="2400" dirty="0"/>
              <a:t>Cervical cancer affects the cervix and is mainly caused by HPV.</a:t>
            </a:r>
          </a:p>
          <a:p>
            <a:r>
              <a:rPr sz="2400" dirty="0"/>
              <a:t>Traditional diagnosis is time-consuming and error-prone.</a:t>
            </a:r>
          </a:p>
          <a:p>
            <a:r>
              <a:rPr sz="2400" dirty="0"/>
              <a:t>Machine learning helps in automated and fast prediction.</a:t>
            </a:r>
          </a:p>
          <a:p>
            <a:r>
              <a:rPr sz="2400" dirty="0"/>
              <a:t>This system supports medical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182" y="2489200"/>
            <a:ext cx="6345260" cy="3530600"/>
          </a:xfrm>
        </p:spPr>
        <p:txBody>
          <a:bodyPr>
            <a:normAutofit/>
          </a:bodyPr>
          <a:lstStyle/>
          <a:p>
            <a:r>
              <a:rPr sz="2400" dirty="0"/>
              <a:t>Early detection of cervical cancer is difficult.</a:t>
            </a:r>
          </a:p>
          <a:p>
            <a:r>
              <a:rPr sz="2400" dirty="0"/>
              <a:t>Manual diagnosis may lead to delays and errors.</a:t>
            </a:r>
          </a:p>
          <a:p>
            <a:r>
              <a:rPr sz="2400" dirty="0"/>
              <a:t>An automated prediction system is required.</a:t>
            </a:r>
          </a:p>
          <a:p>
            <a:r>
              <a:rPr sz="2400" dirty="0"/>
              <a:t>Machine learning can provide accurate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Dataset: Cervical Cancer Risk Factors (UCI Repository).</a:t>
            </a:r>
          </a:p>
          <a:p>
            <a:r>
              <a:rPr sz="2400"/>
              <a:t>Total Records: 858.</a:t>
            </a:r>
          </a:p>
          <a:p>
            <a:r>
              <a:rPr sz="2400"/>
              <a:t>Total Attributes: 36.</a:t>
            </a:r>
          </a:p>
          <a:p>
            <a:r>
              <a:rPr sz="2400"/>
              <a:t>Target Variable: Cancer (Yes / No).</a:t>
            </a:r>
          </a:p>
          <a:p>
            <a:r>
              <a:rPr sz="2400"/>
              <a:t>Medical and lifestyle related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Handling missing values.</a:t>
            </a:r>
          </a:p>
          <a:p>
            <a:pPr>
              <a:lnSpc>
                <a:spcPct val="150000"/>
              </a:lnSpc>
            </a:pPr>
            <a:r>
              <a:rPr sz="2400" dirty="0"/>
              <a:t>Removing irrelevant data.</a:t>
            </a:r>
          </a:p>
          <a:p>
            <a:pPr>
              <a:lnSpc>
                <a:spcPct val="150000"/>
              </a:lnSpc>
            </a:pPr>
            <a:r>
              <a:rPr sz="2400" dirty="0"/>
              <a:t>Encoding categorical variables.</a:t>
            </a:r>
          </a:p>
          <a:p>
            <a:pPr>
              <a:lnSpc>
                <a:spcPct val="150000"/>
              </a:lnSpc>
            </a:pPr>
            <a:r>
              <a:rPr sz="2400" dirty="0"/>
              <a:t>Feature selection.</a:t>
            </a:r>
          </a:p>
          <a:p>
            <a:pPr>
              <a:lnSpc>
                <a:spcPct val="150000"/>
              </a:lnSpc>
            </a:pPr>
            <a:r>
              <a:rPr sz="2400" dirty="0"/>
              <a:t>Train-test data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187019"/>
            <a:ext cx="7421779" cy="458614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dirty="0"/>
              <a:t>	The methodology explains the steps used to develop the cervical cancer prediction system.</a:t>
            </a:r>
          </a:p>
          <a:p>
            <a:pPr>
              <a:lnSpc>
                <a:spcPct val="150000"/>
              </a:lnSpc>
            </a:pPr>
            <a:r>
              <a:rPr sz="2400" dirty="0"/>
              <a:t>Data Collection.</a:t>
            </a:r>
          </a:p>
          <a:p>
            <a:pPr>
              <a:lnSpc>
                <a:spcPct val="150000"/>
              </a:lnSpc>
            </a:pPr>
            <a:r>
              <a:rPr sz="2400" dirty="0"/>
              <a:t>Data Preprocessing.</a:t>
            </a:r>
          </a:p>
          <a:p>
            <a:pPr>
              <a:lnSpc>
                <a:spcPct val="150000"/>
              </a:lnSpc>
            </a:pPr>
            <a:r>
              <a:rPr sz="2400" dirty="0"/>
              <a:t>Feature Selection.</a:t>
            </a:r>
          </a:p>
          <a:p>
            <a:pPr>
              <a:lnSpc>
                <a:spcPct val="150000"/>
              </a:lnSpc>
            </a:pPr>
            <a:r>
              <a:rPr sz="2400" dirty="0"/>
              <a:t>Model Training.</a:t>
            </a:r>
          </a:p>
          <a:p>
            <a:pPr>
              <a:lnSpc>
                <a:spcPct val="150000"/>
              </a:lnSpc>
            </a:pPr>
            <a:r>
              <a:rPr sz="2400" dirty="0"/>
              <a:t>Testing and Evaluation.</a:t>
            </a:r>
          </a:p>
          <a:p>
            <a:pPr>
              <a:lnSpc>
                <a:spcPct val="150000"/>
              </a:lnSpc>
            </a:pPr>
            <a:r>
              <a:rPr sz="2400" dirty="0"/>
              <a:t>Final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158738"/>
            <a:ext cx="7440632" cy="445887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	Different machine learning algorithms are used to analyze patient data and improve the accuracy of cervical cancer prediction.</a:t>
            </a:r>
          </a:p>
          <a:p>
            <a:pPr>
              <a:lnSpc>
                <a:spcPct val="150000"/>
              </a:lnSpc>
            </a:pPr>
            <a:endParaRPr lang="en-US" sz="300" dirty="0"/>
          </a:p>
          <a:p>
            <a:pPr>
              <a:lnSpc>
                <a:spcPct val="150000"/>
              </a:lnSpc>
            </a:pPr>
            <a:r>
              <a:rPr sz="2400" dirty="0"/>
              <a:t>Logistic Regression.</a:t>
            </a:r>
          </a:p>
          <a:p>
            <a:pPr>
              <a:lnSpc>
                <a:spcPct val="150000"/>
              </a:lnSpc>
            </a:pPr>
            <a:r>
              <a:rPr sz="2400" dirty="0"/>
              <a:t>Random Forest.</a:t>
            </a:r>
          </a:p>
          <a:p>
            <a:pPr>
              <a:lnSpc>
                <a:spcPct val="150000"/>
              </a:lnSpc>
            </a:pPr>
            <a:r>
              <a:rPr sz="2400" dirty="0"/>
              <a:t>Support Vector Machine (SVM).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IN" sz="2400" dirty="0"/>
              <a:t>XG Boost.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Implemented using Google </a:t>
            </a:r>
            <a:r>
              <a:rPr sz="2400" dirty="0" err="1"/>
              <a:t>Colab</a:t>
            </a:r>
            <a:r>
              <a:rPr sz="2400" dirty="0"/>
              <a:t>.</a:t>
            </a:r>
          </a:p>
          <a:p>
            <a:pPr>
              <a:lnSpc>
                <a:spcPct val="150000"/>
              </a:lnSpc>
            </a:pPr>
            <a:r>
              <a:rPr sz="2400" dirty="0"/>
              <a:t>Programming Language: Python.</a:t>
            </a:r>
          </a:p>
          <a:p>
            <a:pPr>
              <a:lnSpc>
                <a:spcPct val="150000"/>
              </a:lnSpc>
            </a:pPr>
            <a:r>
              <a:rPr sz="2400" dirty="0"/>
              <a:t>Libraries: Pandas, NumPy, Scikit-learn.</a:t>
            </a:r>
          </a:p>
          <a:p>
            <a:pPr>
              <a:lnSpc>
                <a:spcPct val="150000"/>
              </a:lnSpc>
            </a:pPr>
            <a:r>
              <a:rPr sz="2400" dirty="0"/>
              <a:t>Model training and testing performed.</a:t>
            </a:r>
          </a:p>
          <a:p>
            <a:pPr>
              <a:lnSpc>
                <a:spcPct val="150000"/>
              </a:lnSpc>
            </a:pPr>
            <a:r>
              <a:rPr sz="2400" dirty="0"/>
              <a:t>Results analyzed using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522" y="2590521"/>
            <a:ext cx="3989558" cy="3530600"/>
          </a:xfrm>
        </p:spPr>
        <p:txBody>
          <a:bodyPr>
            <a:normAutofit lnSpcReduction="10000"/>
          </a:bodyPr>
          <a:lstStyle/>
          <a:p>
            <a:r>
              <a:rPr sz="2400" dirty="0"/>
              <a:t>Models trained and tested successfully.</a:t>
            </a:r>
          </a:p>
          <a:p>
            <a:r>
              <a:rPr sz="2400" dirty="0"/>
              <a:t>Accuracy calculated for each model.</a:t>
            </a:r>
          </a:p>
          <a:p>
            <a:r>
              <a:rPr sz="2400" dirty="0"/>
              <a:t>Best model selected based on performance.</a:t>
            </a:r>
          </a:p>
          <a:p>
            <a:r>
              <a:rPr sz="2400" dirty="0"/>
              <a:t>Confusion matrix used for evaluation.</a:t>
            </a:r>
            <a:endParaRPr lang="en-US" sz="2400" dirty="0"/>
          </a:p>
          <a:p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6ACFB-5757-047C-B9FE-D2EB6ABF1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527562"/>
            <a:ext cx="4233398" cy="3403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2385" y="2338372"/>
            <a:ext cx="7299230" cy="408128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	Accuracy, Precision, Recall, and F1-Score help measure the model’s prediction quality and overall performance.</a:t>
            </a:r>
          </a:p>
          <a:p>
            <a:endParaRPr lang="en-US" sz="1000" dirty="0"/>
          </a:p>
          <a:p>
            <a:r>
              <a:rPr sz="2400" dirty="0"/>
              <a:t>Accuracy.</a:t>
            </a:r>
          </a:p>
          <a:p>
            <a:r>
              <a:rPr sz="2400" dirty="0"/>
              <a:t>Precision.</a:t>
            </a:r>
          </a:p>
          <a:p>
            <a:r>
              <a:rPr sz="2400" dirty="0"/>
              <a:t>Recall.</a:t>
            </a:r>
          </a:p>
          <a:p>
            <a:r>
              <a:rPr sz="2400" dirty="0"/>
              <a:t>F1-Score.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13785"/>
            <a:ext cx="7044707" cy="4043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Machine learning effectively predicts cervical cancer.</a:t>
            </a:r>
          </a:p>
          <a:p>
            <a:pPr>
              <a:lnSpc>
                <a:spcPct val="150000"/>
              </a:lnSpc>
            </a:pPr>
            <a:r>
              <a:rPr sz="2400" dirty="0"/>
              <a:t>Early detection improves survival rates.</a:t>
            </a:r>
          </a:p>
          <a:p>
            <a:pPr>
              <a:lnSpc>
                <a:spcPct val="150000"/>
              </a:lnSpc>
            </a:pPr>
            <a:r>
              <a:rPr sz="2400" dirty="0"/>
              <a:t>System provides reliable and accurate results.</a:t>
            </a:r>
          </a:p>
          <a:p>
            <a:pPr>
              <a:lnSpc>
                <a:spcPct val="150000"/>
              </a:lnSpc>
            </a:pPr>
            <a:r>
              <a:rPr sz="2400" dirty="0"/>
              <a:t>Useful for healthcare support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010" y="2309568"/>
            <a:ext cx="7494310" cy="406295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	The future scope focuses on improving the system accuracy, scalability, and real-time healthcare integration using advanced technologies.</a:t>
            </a:r>
          </a:p>
          <a:p>
            <a:pPr>
              <a:lnSpc>
                <a:spcPct val="150000"/>
              </a:lnSpc>
            </a:pPr>
            <a:r>
              <a:rPr sz="2400" dirty="0"/>
              <a:t>Use deep learning techniques.</a:t>
            </a:r>
          </a:p>
          <a:p>
            <a:pPr>
              <a:lnSpc>
                <a:spcPct val="150000"/>
              </a:lnSpc>
            </a:pPr>
            <a:r>
              <a:rPr sz="2400" dirty="0"/>
              <a:t>Increase dataset size.</a:t>
            </a:r>
          </a:p>
          <a:p>
            <a:pPr>
              <a:lnSpc>
                <a:spcPct val="150000"/>
              </a:lnSpc>
            </a:pPr>
            <a:r>
              <a:rPr sz="2400" dirty="0"/>
              <a:t>Develop web or mobile application.</a:t>
            </a:r>
          </a:p>
          <a:p>
            <a:pPr>
              <a:lnSpc>
                <a:spcPct val="150000"/>
              </a:lnSpc>
            </a:pPr>
            <a:r>
              <a:rPr sz="2400" dirty="0"/>
              <a:t>Integrate real-time hospital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790" y="2702453"/>
            <a:ext cx="6622840" cy="33574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UCI Machine Learning Repository.</a:t>
            </a:r>
          </a:p>
          <a:p>
            <a:pPr>
              <a:lnSpc>
                <a:spcPct val="150000"/>
              </a:lnSpc>
            </a:pPr>
            <a:r>
              <a:rPr sz="2400" dirty="0"/>
              <a:t>Research papers on cervical cancer prediction.</a:t>
            </a:r>
          </a:p>
          <a:p>
            <a:pPr>
              <a:lnSpc>
                <a:spcPct val="150000"/>
              </a:lnSpc>
            </a:pPr>
            <a:r>
              <a:rPr sz="2400" dirty="0"/>
              <a:t>Scikit-learn Documentation.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6672-5317-390F-518B-F6157D6B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526FAB-869A-D909-BFF7-839BC4975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7582" cy="6858000"/>
          </a:xfrm>
        </p:spPr>
      </p:pic>
      <p:sp>
        <p:nvSpPr>
          <p:cNvPr id="4" name="AutoShape 2" descr="Creative Thank You Presentation Template - SlideKit">
            <a:extLst>
              <a:ext uri="{FF2B5EF4-FFF2-40B4-BE49-F238E27FC236}">
                <a16:creationId xmlns:a16="http://schemas.microsoft.com/office/drawing/2014/main" id="{34848332-3916-CDC9-13A3-FF3E996E54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609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75</TotalTime>
  <Words>482</Words>
  <Application>Microsoft Office PowerPoint</Application>
  <PresentationFormat>On-screen Show (4:3)</PresentationFormat>
  <Paragraphs>98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Ion Boardroom</vt:lpstr>
      <vt:lpstr>Cervical Cancer Prediction Using Machine Learning</vt:lpstr>
      <vt:lpstr>OUTLINE</vt:lpstr>
      <vt:lpstr>Abstract</vt:lpstr>
      <vt:lpstr>Introduction</vt:lpstr>
      <vt:lpstr>Problem Statement</vt:lpstr>
      <vt:lpstr>Dataset Description</vt:lpstr>
      <vt:lpstr>Data Preprocessing</vt:lpstr>
      <vt:lpstr>Methodology</vt:lpstr>
      <vt:lpstr>Machine Learning Models Used</vt:lpstr>
      <vt:lpstr>Implementation</vt:lpstr>
      <vt:lpstr>Results</vt:lpstr>
      <vt:lpstr>Performance Metrics</vt:lpstr>
      <vt:lpstr>Conclusion</vt:lpstr>
      <vt:lpstr>Future Scope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 D N Manikanta Avinash</dc:creator>
  <cp:keywords/>
  <dc:description>generated using python-pptx</dc:description>
  <cp:lastModifiedBy>S D N Manikanta Avinash[DXC116-Wintel]</cp:lastModifiedBy>
  <cp:revision>8</cp:revision>
  <dcterms:created xsi:type="dcterms:W3CDTF">2013-01-27T09:14:16Z</dcterms:created>
  <dcterms:modified xsi:type="dcterms:W3CDTF">2026-05-14T03:35:35Z</dcterms:modified>
  <cp:category/>
</cp:coreProperties>
</file>